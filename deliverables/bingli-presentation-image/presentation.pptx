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沈阳医学院附属中心医院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数智病理科建设方案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建设目标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项目背景与需求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建设目标与方案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技术架构设计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实施计划与预期效益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提升病理诊断效率与准确性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传统病理诊断效率低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诊断准确性依赖医生经验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远程会诊能力不足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建设目标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打造数智化病理科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全流程数字化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辅助诊断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远程会诊平台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科研数据资产化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四大核心技术模块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数字病理扫描仪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辅助诊断系统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远程会诊平台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数据安全管理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数字病理扫描仪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高分辨率全切片成像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20x-40x 物镜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全自动扫描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秒/切片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支持多种染色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辅助诊断系统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深度学习辅助诊断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宫颈癌筛查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乳腺癌诊断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前列腺癌检测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细胞学分析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远程会诊平台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连接基层与上级医院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实时协作诊断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疑难病例讨论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继续教育学习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质控管理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预期效益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多维度价值提升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诊断效率提升 50%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诊断准确率提升 20%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远程会诊覆盖 10+ 医院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科研数据资产化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9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740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沈阳医学院附属中心医院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沈阳医学院附属中心医院数智病理科建设方案</dc:title>
  <dc:subject>数智病理科建设方案</dc:subject>
  <dc:creator>AWE Presentation-OS</dc:creator>
  <cp:lastModifiedBy>AWE Presentation-OS</cp:lastModifiedBy>
  <cp:revision>1</cp:revision>
  <dcterms:created xsi:type="dcterms:W3CDTF">2026-08-05T08:35:24Z</dcterms:created>
  <dcterms:modified xsi:type="dcterms:W3CDTF">2026-08-05T08:35:24Z</dcterms:modified>
</cp:coreProperties>
</file>
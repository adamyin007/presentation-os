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is known and the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is known and the gap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is known and the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is known and the gap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is known and the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is known and the gap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Methodology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How the research was conducted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How the research was conducted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How the research was conducted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How the research was conducted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How the research was conducted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How the research was conducted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Results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What the data shows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What the data shows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What the data shows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What the data shows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What the data shows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What the data shows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Discussion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results mean for the field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results mean for the field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results mean for the field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results mean for the field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results mean for the field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results mean for the field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6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Summary and contact information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AWE Presentation OS</dc:creator>
  <cp:lastModifiedBy>AWE Presentation OS</cp:lastModifiedBy>
  <cp:revision>1</cp:revision>
  <dcterms:created xsi:type="dcterms:W3CDTF">2026-07-09T13:40:42Z</dcterms:created>
  <dcterms:modified xsi:type="dcterms:W3CDTF">2026-07-09T13:40:42Z</dcterms:modified>
</cp:coreProperties>
</file>
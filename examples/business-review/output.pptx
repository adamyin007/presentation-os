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Key conclusion and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Key conclusion and recommendation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Key conclusion and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Key conclusion and recommendation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Key conclusion and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Key conclusion and recommendation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Key conclusion and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Key conclusion and recommendation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Key conclusion and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Key conclusion and recommendation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Evidence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Facts and figures that justify the 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Facts and figures that justify the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Facts and figures that justify the 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Facts and figures that justify the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Facts and figures that justify the 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Facts and figures that justify the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Facts and figures that justify the 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Facts and figures that justify the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Facts and figures that justify the 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Facts and figures that justify the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Facts and figures that justify the 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Facts and figures that justify the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Facts and figures that justify the conclusion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Facts and figures that justify the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Recommendation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What decision is needed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What decision is needed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What decision is needed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What decision is needed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What decision is needed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7620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What decision is needed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62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62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Summary and contact information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AWE Presentation OS</dc:creator>
  <cp:lastModifiedBy>AWE Presentation OS</cp:lastModifiedBy>
  <cp:revision>1</cp:revision>
  <dcterms:created xsi:type="dcterms:W3CDTF">2026-07-09T13:27:03Z</dcterms:created>
  <dcterms:modified xsi:type="dcterms:W3CDTF">2026-07-09T13:27:03Z</dcterms:modified>
</cp:coreProperties>
</file>
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1
Key argument: What is known and the gap
Transition: Next slide covers What is known and the gap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2
Key argument: What is known and the gap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1
Key argument: How the research was conducted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2
Key argument: How the research was conducted
Transition: Next slide covers What the data shows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Results — Part 1
Key argument: What the data shows
Transition: Next slide covers What results mean for the field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Discussion — Part 1
Key argument: What results mean for the field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Project Phoenix is a next-generation distributed system designed to handle high-throughput event processing with guar...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Our existing monolithic architecture faces several critical limitations: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What the data shows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After full implementation, we project: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Project Phoenix represents a fundamental shift from our current reactive architecture to a proactive, event-driven sy...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Discussion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results mean for the field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What results mean for the field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2026-07-15T04:34:13Z</dcterms:created>
  <dcterms:modified xsi:type="dcterms:W3CDTF">2026-07-15T04:34:13Z</dcterms:modified>
</cp:coreProperties>
</file>
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1
Key argument: What is known and the gap
Transition: Next slide covers What is known and the gap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Background — Part 2
Key argument: What is known and the gap
Transition: Next slide covers How the research was conducted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1
Key argument: How the research was conducted
Transition: Next slide covers How the research was conducted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Methodology — Part 2
Key argument: How the research was conducted
Transition: Next slide covers What the data shows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Results — Part 1
Key argument: What the data shows
Transition: Next slide covers What results mean for the field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Discussion — Part 1
Key argument: What results mean for the field
Transition: Next slide covers Summary and contact information
Suggested duration: ~6s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is known and the gap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Project Phoenix is a next-generation distributed system designed to handle high-throughput event processing with guar...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is known and the gap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Our existing monolithic architecture faces several critical limitations: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para-000, para-001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Methodology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para-002, para-003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How the research was conducted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596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6596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para-002, para-003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How the research was conducted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E5E7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596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6596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92024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182880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2011680"/>
            <a:ext cx="914400" cy="914400"/>
          </a:xfrm>
          <a:prstGeom prst="line">
            <a:avLst/>
          </a:prstGeom>
          <a:noFill/>
          <a:ln w="25400">
            <a:solidFill>
              <a:srgbClr val="9CA3A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13716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14630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para-002, para-003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Results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6400800"/>
            <a:ext cx="762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para-004, para-005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What the data shows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After full implementation, we project: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</a:rPr>
              <a:t>Project Phoenix represents a fundamental shift from our current reactive architecture to a proactive, event-driven sy...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40080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para-004, para-005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Discussion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62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</a:rPr>
              <a:t>What results mean for the field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76200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</a:rPr>
              <a:t>What results mean for the field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620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A1A1A"/>
                </a:solidFill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762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Summary and contact information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AWE Presentation OS</dc:creator>
  <cp:lastModifiedBy>AWE Presentation OS</cp:lastModifiedBy>
  <cp:revision>1</cp:revision>
  <dcterms:created xsi:type="dcterms:W3CDTF">2026-07-15T08:17:23Z</dcterms:created>
  <dcterms:modified xsi:type="dcterms:W3CDTF">2026-07-15T08:17:23Z</dcterms:modified>
</cp:coreProperties>
</file>
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Background — Part 1
Key argument: What is known and the gap
Transition: Next slide covers What is known and the gap
Suggested duration: ~6s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Background — Part 2
Key argument: What is known and the gap
Transition: Next slide covers How the research was conducted
Suggested duration: ~6s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Methodology — Part 1
Key argument: How the research was conducted
Transition: Next slide covers How the research was conducted
Suggested duration: ~6s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Methodology — Part 2
Key argument: How the research was conducted
Transition: Next slide covers What the data shows
Suggested duration: ~6s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Results — Part 1
Key argument: What the data shows
Transition: Next slide covers What results mean for the field
Suggested duration: ~6s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Discussion — Part 1
Key argument: What results mean for the field
Transition: Next slide covers Summary and contact information
Suggested duration: ~6s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</a:rPr>
              <a:t>What is known and the gap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7620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</a:rPr>
              <a:t>Project Phoenix is a next-generation distributed system designed to handle high-throughput event processing with guar...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para-000, para-001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</a:rPr>
              <a:t>What is known and the gap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7620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</a:rPr>
              <a:t>Our existing monolithic architecture faces several critical limitations: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para-000, para-001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620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A1A1A"/>
                </a:solidFill>
              </a:rPr>
              <a:t>Methodology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para-002, para-003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</a:rPr>
              <a:t>How the research was conducted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7620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We propose decomposing the system into six bounded contexts: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para-002, para-003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</a:rPr>
              <a:t>How the research was conducted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7620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The system follows an event-driven architecture: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para-002, para-003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620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A1A1A"/>
                </a:solidFill>
              </a:rPr>
              <a:t>Results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para-004, para-005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858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</a:rPr>
              <a:t>What the data shows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6858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After full implementation, we project: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Project Phoenix represents a fundamental shift from our current reactive architecture to a proactive, event-driven sy...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640080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para-004, para-005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620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A1A1A"/>
                </a:solidFill>
              </a:rPr>
              <a:t>Discussion</a:t>
            </a:r>
            <a:endParaRPr lang="en-US" sz="3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</a:rPr>
              <a:t>What results mean for the field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7620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</a:rPr>
              <a:t>What results mean for the field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620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A1A1A"/>
                </a:solidFill>
              </a:rPr>
              <a:t>Thank You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3840480"/>
            <a:ext cx="762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</a:rPr>
              <a:t>Summary and contact information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AWE Presentation OS</dc:creator>
  <cp:lastModifiedBy>AWE Presentation OS</cp:lastModifiedBy>
  <cp:revision>1</cp:revision>
  <dcterms:created xsi:type="dcterms:W3CDTF">2026-07-10T06:15:21Z</dcterms:created>
  <dcterms:modified xsi:type="dcterms:W3CDTF">2026-07-10T06:15:21Z</dcterms:modified>
</cp:coreProperties>
</file>
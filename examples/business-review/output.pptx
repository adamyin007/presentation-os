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Key conclusion and recommendation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Key conclusion and recommendation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Key conclusion and recommendation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Key conclusion and recommendation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Key conclusion and recommendation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Key conclusion and recommendation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Key conclusion and recommendation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Key conclusion and recommendation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Key conclusion and recommendation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Key conclusion and recommendation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Evidence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</a:rPr>
              <a:t>Facts and figures that justify the conclusion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9144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Facts and figures that justify the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Recommendation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decision is needed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decision is needed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decision is needed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decision is needed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decision is needed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decision is needed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2026-07-09T13:52:25Z</dcterms:created>
  <dcterms:modified xsi:type="dcterms:W3CDTF">2026-07-09T13:52:25Z</dcterms:modified>
</cp:coreProperties>
</file>
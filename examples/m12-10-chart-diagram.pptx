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shows consistent quarter-over-quarter growth across all product lines. Product A continues to be the primary driver.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Year-over-year MAU growth accelerated significantly in Q4, driven by the new onboarding flow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core KPIs are moving in the right direction. NPS has plateaued and needs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phased approach minimizes risk while ensuring each phase builds on a solid foundation.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company has grown from a small startup to a market leader in just 5 years, with consistent milestones along the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Quarterly Revenue by Product 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 rot="5400000">
            <a:off x="182880" y="297180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Revenue ($)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0225920" y="2417298"/>
            <a:ext cx="49377600" cy="2429022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25400" dist="127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225920" y="2142978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2800000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34.8" y="2157046"/>
            <a:ext cx="49377600" cy="2689274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25400" dist="12700" dir="162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4.8" y="1882726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3100000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2.8" y="1810043"/>
            <a:ext cx="49377600" cy="3036277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25400" dist="12700" dir="162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.8" y="1535723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3500000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0.8" y="1463040"/>
            <a:ext cx="49377600" cy="338328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25400" dist="127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0.8" y="1188720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3900000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0.8" y="3017520"/>
            <a:ext cx="49377600" cy="18288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25400" dist="12700" dir="162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0.8" y="2743200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1800000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8.8" y="3017520"/>
            <a:ext cx="49377600" cy="18288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25400" dist="12700" dir="162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8.8" y="2743200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2000000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6.8" y="2937803"/>
            <a:ext cx="49377600" cy="1908517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25400" dist="127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6.8" y="2663483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2200000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04.8" y="2764302"/>
            <a:ext cx="49377600" cy="2082018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25400" dist="12700" dir="162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4.8" y="2489982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2400000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4.8" y="3017520"/>
            <a:ext cx="49377600" cy="18288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25400" dist="12700" dir="162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4.8" y="2743200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900000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2.8" y="3017520"/>
            <a:ext cx="49377600" cy="18288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25400" dist="12700" dir="162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2.8" y="2743200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1100000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0.8" y="3017520"/>
            <a:ext cx="49377600" cy="18288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25400" dist="12700" dir="162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00.8" y="2743200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1300000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58.8" y="3017520"/>
            <a:ext cx="49377600" cy="18288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25400" dist="12700" dir="162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8.8" y="2743200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1500000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225920" y="4937760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Q1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34.8" y="4937760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Q2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92.8" y="4937760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Q3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50.8" y="4937760"/>
            <a:ext cx="4937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Q4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1520" y="5852160"/>
            <a:ext cx="2743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5852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Product 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77440" y="5852160"/>
            <a:ext cx="27432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2697480" y="5852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Product B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023360" y="5852160"/>
            <a:ext cx="274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343400" y="5852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Product C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doc-1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Monthly Active Users Trend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914400" cy="914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354580"/>
            <a:ext cx="914400" cy="914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246120"/>
            <a:ext cx="914400" cy="914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4137660"/>
            <a:ext cx="914400" cy="914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5029200"/>
            <a:ext cx="914400" cy="91440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914400"/>
            <a:ext cx="914400" cy="914400"/>
          </a:xfrm>
          <a:prstGeom prst="poly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4031113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1327820" y="3824379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1978983" y="364348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2630147" y="3385069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281311" y="312665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2474" y="2945759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3638" y="273902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5234801" y="253229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5885965" y="2351399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129" y="2170507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7188292" y="1963773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7839456" y="1705356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914400"/>
            <a:ext cx="914400" cy="914400"/>
          </a:xfrm>
          <a:prstGeom prst="polyLine">
            <a:avLst/>
          </a:prstGeom>
          <a:noFill/>
          <a:ln w="31750">
            <a:solidFill>
              <a:srgbClr val="9CA3A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4677156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7820" y="4599631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4" name="Shape 22"/>
          <p:cNvSpPr/>
          <p:nvPr/>
        </p:nvSpPr>
        <p:spPr>
          <a:xfrm>
            <a:off x="1978983" y="4496264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5" name="Shape 23"/>
          <p:cNvSpPr/>
          <p:nvPr/>
        </p:nvSpPr>
        <p:spPr>
          <a:xfrm>
            <a:off x="2630147" y="4341213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6" name="Shape 24"/>
          <p:cNvSpPr/>
          <p:nvPr/>
        </p:nvSpPr>
        <p:spPr>
          <a:xfrm>
            <a:off x="3281311" y="4237846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7" name="Shape 25"/>
          <p:cNvSpPr/>
          <p:nvPr/>
        </p:nvSpPr>
        <p:spPr>
          <a:xfrm>
            <a:off x="3932474" y="4082796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8" name="Shape 26"/>
          <p:cNvSpPr/>
          <p:nvPr/>
        </p:nvSpPr>
        <p:spPr>
          <a:xfrm>
            <a:off x="4583638" y="3901904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9" name="Shape 27"/>
          <p:cNvSpPr/>
          <p:nvPr/>
        </p:nvSpPr>
        <p:spPr>
          <a:xfrm>
            <a:off x="5234801" y="3772695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0" name="Shape 28"/>
          <p:cNvSpPr/>
          <p:nvPr/>
        </p:nvSpPr>
        <p:spPr>
          <a:xfrm>
            <a:off x="5885965" y="3565961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1" name="Shape 29"/>
          <p:cNvSpPr/>
          <p:nvPr/>
        </p:nvSpPr>
        <p:spPr>
          <a:xfrm>
            <a:off x="6537129" y="3385069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2" name="Shape 30"/>
          <p:cNvSpPr/>
          <p:nvPr/>
        </p:nvSpPr>
        <p:spPr>
          <a:xfrm>
            <a:off x="7188292" y="3204177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3" name="Shape 31"/>
          <p:cNvSpPr/>
          <p:nvPr/>
        </p:nvSpPr>
        <p:spPr>
          <a:xfrm>
            <a:off x="7839456" y="2997443"/>
            <a:ext cx="109728" cy="109728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5120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Jan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108364" y="5120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Feb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759527" y="5120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Mar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410691" y="5120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Apr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061855" y="5120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May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713018" y="5120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Jun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364182" y="5120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Jul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15345" y="5120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Aug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666509" y="5120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Sep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317673" y="5120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Oct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968836" y="5120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Nov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620000" y="51206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Dec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31520" y="5577840"/>
            <a:ext cx="274320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7" name="Text 45"/>
          <p:cNvSpPr/>
          <p:nvPr/>
        </p:nvSpPr>
        <p:spPr>
          <a:xfrm>
            <a:off x="1051560" y="55778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Current Year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377440" y="5577840"/>
            <a:ext cx="274320" cy="18288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9" name="Text 47"/>
          <p:cNvSpPr/>
          <p:nvPr/>
        </p:nvSpPr>
        <p:spPr>
          <a:xfrm>
            <a:off x="2697480" y="55778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151"/>
                </a:solidFill>
              </a:rPr>
              <a:t>Previous Year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doc-2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Performance Indicators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718560" cy="3657600"/>
          </a:xfrm>
          <a:prstGeom prst="roundRect">
            <a:avLst>
              <a:gd name="adj" fmla="val 375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73736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Revenue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344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$29.2M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926080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↑ up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67200" y="1645920"/>
            <a:ext cx="3718560" cy="3657600"/>
          </a:xfrm>
          <a:prstGeom prst="roundRect">
            <a:avLst>
              <a:gd name="adj" fmla="val 375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4360" y="173736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Active Users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04360" y="2103120"/>
            <a:ext cx="344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210K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404360" y="2926080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↑ 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5577840"/>
            <a:ext cx="3718560" cy="3657600"/>
          </a:xfrm>
          <a:prstGeom prst="roundRect">
            <a:avLst>
              <a:gd name="adj" fmla="val 375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566928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Retention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6035040"/>
            <a:ext cx="344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92%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" y="6858000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↑ up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67200" y="5577840"/>
            <a:ext cx="3718560" cy="3657600"/>
          </a:xfrm>
          <a:prstGeom prst="roundRect">
            <a:avLst>
              <a:gd name="adj" fmla="val 375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4360" y="5669280"/>
            <a:ext cx="344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NPS Score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04360" y="6035040"/>
            <a:ext cx="344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72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404360" y="6858000"/>
            <a:ext cx="344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→ flat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doc-3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Implementation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</a:rPr>
              <a:t>Weeks 1-4: Infrastructure setup and team alignment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0" y="192024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182880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201168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3716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</a:rPr>
              <a:t>Weeks 5-10: Data migration and API integration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192024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82880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201168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3716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Optimization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</a:rPr>
              <a:t>Weeks 11-14: Performance tuning and testing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937760" y="192024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182880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2011680"/>
            <a:ext cx="914400" cy="91440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371600"/>
            <a:ext cx="1371600" cy="1097280"/>
          </a:xfrm>
          <a:prstGeom prst="roundRect">
            <a:avLst>
              <a:gd name="adj" fmla="val 8333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1463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6636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5E7EB"/>
                </a:solidFill>
              </a:rPr>
              <a:t>Weeks 15-18: Full production rollout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doc-4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62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Company Milestones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914400" cy="91440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4608" y="1755648"/>
            <a:ext cx="146304" cy="14630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480" y="1097280"/>
            <a:ext cx="67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2020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92480" y="210312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Founded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2480" y="2468880"/>
            <a:ext cx="67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Team of 3 in garage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395728" y="1755648"/>
            <a:ext cx="146304" cy="14630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3600" y="1097280"/>
            <a:ext cx="67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2021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33600" y="210312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Seed Round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33600" y="2468880"/>
            <a:ext cx="67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$2M raised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736848" y="1755648"/>
            <a:ext cx="146304" cy="14630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097280"/>
            <a:ext cx="67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2022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Product Launch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2468880"/>
            <a:ext cx="67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10K users in month 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77968" y="1755648"/>
            <a:ext cx="146304" cy="14630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5840" y="1097280"/>
            <a:ext cx="67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2023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5840" y="210312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Series 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5840" y="2468880"/>
            <a:ext cx="67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$15M raised, 100 employees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419088" y="1755648"/>
            <a:ext cx="146304" cy="146304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6960" y="1097280"/>
            <a:ext cx="67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2024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56960" y="2103120"/>
            <a:ext cx="67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Market Leader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56960" y="2468880"/>
            <a:ext cx="67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500K+ users, profitable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57200" y="6400800"/>
            <a:ext cx="762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doc-5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AWE Presentation OS</dc:creator>
  <cp:lastModifiedBy>AWE Presentation OS</cp:lastModifiedBy>
  <cp:revision>1</cp:revision>
  <dcterms:created xsi:type="dcterms:W3CDTF">2026-07-15T04:34:16Z</dcterms:created>
  <dcterms:modified xsi:type="dcterms:W3CDTF">2026-07-15T04:34:16Z</dcterms:modified>
</cp:coreProperties>
</file>
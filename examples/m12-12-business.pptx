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Objectives — Part 1
Key argument: This quarter, our company demonstrated strong performance across all key metrics. Revenue grew 15% year-over-year, cu...
Transition: Next slide covers This quarter, our company demonstrated strong performance across all key metrics. Revenue grew 15% year-over-year, cu...
Suggested duration: ~6s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Objectives — Part 2
Key argument: This quarter, our company demonstrated strong performance across all key metrics. Revenue grew 15% year-over-year, cu...
Transition: Next slide covers Key milestones achieved
Suggested duration: ~6s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Progress — Part 1
Key argument: We are well-positioned for continued growth in H2 2026. Key priorities include scaling our sales organization, accele...
Transition: Next slide covers We are well-positioned for continued growth in H2 2026. Key priorities include scaling our sales organization, accele...
Suggested duration: ~6s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Progress — Part 2
Key argument: We are well-positioned for continued growth in H2 2026. Key priorities include scaling our sales organization, accele...
Transition: Next slide covers What needs attention
Suggested duration: ~6s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Issues &amp; Risks — Part 1
Key argument: What needs attention
Transition: Next slide covers Immediate actions and timeline
Suggested duration: ~6s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Next Steps — Part 1
Key argument: Immediate actions and timeline
Transition: Next slide covers Summary and contact information
Suggested duration: ~6s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62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02C"/>
                </a:solidFill>
              </a:rPr>
              <a:t>This quarter, our company demonstrated strong performance across all key metrics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7620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202C"/>
                </a:solidFill>
              </a:rPr>
              <a:t>. Revenue grew 15% year-over-year, customer satisfaction improved to 92%, and we launched three new product features ...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202C"/>
                </a:solidFill>
              </a:rPr>
              <a:t>. Revenue grew 15% year-over-year, customer satisfaction improved to 92%, and we launched three new product features ...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para-000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62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02C"/>
                </a:solidFill>
              </a:rPr>
              <a:t>This quarter, our company demonstrated strong performance across all key metrics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7620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202C"/>
                </a:solidFill>
              </a:rPr>
              <a:t>. Revenue grew 15% year-over-year, customer satisfaction improved to 92%, and we launched three new product features ...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202C"/>
                </a:solidFill>
              </a:rPr>
              <a:t>. Revenue grew 15% year-over-year, customer satisfaction improved to 92%, and we launched three new product features ...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620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A202C"/>
                </a:solidFill>
              </a:rPr>
              <a:t>Progress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62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02C"/>
                </a:solidFill>
              </a:rPr>
              <a:t>We are well-positioned for continued growth in H2 2026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7620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202C"/>
                </a:solidFill>
              </a:rPr>
              <a:t>. Key priorities include scaling our sales organization, accelerating product innovation, and deepening customer rela...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202C"/>
                </a:solidFill>
              </a:rPr>
              <a:t>. Key priorities include scaling our sales organization, accelerating product innovation, and deepening customer rela...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para-001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62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02C"/>
                </a:solidFill>
              </a:rPr>
              <a:t>We are well-positioned for continued growth in H2 2026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7620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202C"/>
                </a:solidFill>
              </a:rPr>
              <a:t>. Key priorities include scaling our sales organization, accelerating product innovation, and deepening customer rela...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202C"/>
                </a:solidFill>
              </a:rPr>
              <a:t>. Key priorities include scaling our sales organization, accelerating product innovation, and deepening customer rela...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para-001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620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A202C"/>
                </a:solidFill>
              </a:rPr>
              <a:t>Issues &amp; Risks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62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02C"/>
                </a:solidFill>
              </a:rPr>
              <a:t>What needs attention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7620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620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A202C"/>
                </a:solidFill>
              </a:rPr>
              <a:t>Next Steps</a:t>
            </a:r>
            <a:endParaRPr lang="en-US" sz="3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62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02C"/>
                </a:solidFill>
              </a:rPr>
              <a:t>Immediate actions and timeline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7620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620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A202C"/>
                </a:solidFill>
              </a:rPr>
              <a:t>Thank You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3840480"/>
            <a:ext cx="762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A5568"/>
                </a:solidFill>
              </a:rPr>
              <a:t>Summary and contact information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AWE Presentation OS</dc:creator>
  <cp:lastModifiedBy>AWE Presentation OS</cp:lastModifiedBy>
  <cp:revision>1</cp:revision>
  <dcterms:created xsi:type="dcterms:W3CDTF">2026-07-15T04:34:16Z</dcterms:created>
  <dcterms:modified xsi:type="dcterms:W3CDTF">2026-07-15T04:34:16Z</dcterms:modified>
</cp:coreProperties>
</file>
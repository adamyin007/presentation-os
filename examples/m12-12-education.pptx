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Concept — Part 1
Key argument: The algorithm learns from labeled examples. Think of it like a student studying with flashcards that have answers on the
Transition: Next slide covers **Common tasks:**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Concept — Part 2
Key argument: **Common tasks:**
Transition: Next slide covers Concrete application of the concept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Example — Part 1
Key argument: **Train model**: Show the algorithm examples of each fruit
Transition: Next slide covers Neural networks analyze satellite imagery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Example — Part 2
Key argument: Neural networks analyze satellite imagery
Transition: Next slide covers How learners apply the concept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Practice — Part 1
Key argument: Machine learning is a branch of artificial intelligence that enables computers to learn from data without being expli...
Transition: Next slide covers Machine learning is a branch of artificial intelligence that enables computers to learn from data without being expli...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Practice — Part 2
Key argument: Machine learning is a branch of artificial intelligence that enables computers to learn from data without being expli...
Transition: Next slide covers What to remember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Summary &amp; Key Takeaways — Part 1
Key argument: ML is everywhere in your daily life:
Transition: Next slide covers ML is everywhere in your daily life: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Summary &amp; Key Takeaways — Part 2
Key argument: ML is everywhere in your daily life:
Transition: Next slide covers Summary and contact information
Suggested duration: ~5s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Classification: Is this email spam or not?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The algorithm learns from labeled examples. Think of it like a student studying with flashcards that have answers on the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Regression: What will the temperature be tomorrow?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Clustering: Group similar customers together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Dimensionality reduction: Simplify complex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Game playing (AlphaGo)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list-001-item-0, list-001-item-1, list-002-item-0, list-002-item-1, list-003-item-0, list-003-item-1, list-003-item-2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Regression: What will the temperature be tomorrow?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**Common tasks:**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Clustering: Group similar customers together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Dimensionality reduction: Simplify complex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Game playing (AlphaGo)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Robotics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list-001-item-0, list-001-item-1, list-002-item-0, list-002-item-1, list-003-item-0, list-003-item-1, list-003-item-2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</a:rPr>
              <a:t>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para-008, para-011, list-004-item-0, list-004-item-1, list-004-item-2, list-004-item-3, list-009-item-0, list-009-item-1, list-009-item-2, list-009-item-3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Let's say we want to classify fruits as apples or oranges based on weight and 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**Train model**: Show the algorithm examples of each fruit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Meteorologists use ML to improve weather forecasts: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**Collect data**: Measure 100 fruits (weight, smoothness score)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**Train model**: Show the algorithm examples of each fruit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**Test model**: Try it on new, unseen fruits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para-008, para-011, list-004-item-0, list-004-item-1, list-004-item-2, list-004-item-3, list-009-item-0, list-009-item-1, list-009-item-2, list-009-item-3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Meteorologists use ML to improve weather forecasts: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Neural networks analyze satellite imagery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**Collect data**: Measure 100 fruits (weight, smoothness score)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**Train model**: Show the algorithm examples of each fruit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**Test model**: Try it on new, unseen fruits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529"/>
                </a:solidFill>
              </a:rPr>
              <a:t>**Deploy**: Use the model to classify fruit in real-time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para-008, para-011, list-004-item-0, list-004-item-1, list-004-item-2, list-004-item-3, list-009-item-0, list-009-item-1, list-009-item-2, list-009-item-3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</a:rPr>
              <a:t>Practice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Machine learning is a branch of artificial intelligence that enables computers 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</a:rPr>
              <a:t>o learn from data without being explicitly programmed. Instead of writing rules for every scenario, we feed data to a...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</a:rPr>
              <a:t>o learn from data without being explicitly programmed. Instead of writing rules for every scenario, we feed data to a...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Machine learning is a branch of artificial intelligence that enables computers 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</a:rPr>
              <a:t>o learn from data without being explicitly programmed. Instead of writing rules for every scenario, we feed data to a...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529"/>
                </a:solidFill>
              </a:rPr>
              <a:t>o learn from data without being explicitly programmed. Instead of writing rules for every scenario, we feed data to a...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</a:rPr>
              <a:t>Summary &amp; Key Takeaways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</a:rPr>
              <a:t>ML is everywhere in your daily life: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</a:rPr>
              <a:t>ML is everywhere in your daily life: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para-001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6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6D7E"/>
                </a:solidFill>
              </a:rPr>
              <a:t>Summary and contact information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2026-07-15T03:57:24Z</dcterms:created>
  <dcterms:modified xsi:type="dcterms:W3CDTF">2026-07-15T03:57:24Z</dcterms:modified>
</cp:coreProperties>
</file>
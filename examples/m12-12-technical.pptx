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Background — Part 1
Key argument: This document describes the production Kubernetes cluster architecture for our microservices platform. The cluster runs 
Transition: Next slide covers This document describes the production Kubernetes cluster architecture for our microservices platform. The cluster runs 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Background — Part 2
Key argument: This document describes the production Kubernetes cluster architecture for our microservices platform. The cluster runs 
Transition: Next slide covers How the research was conducted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Methodology — Part 1
Key argument: **High Availability**: 99.99% uptime SLA across all services
Transition: Next slide covers **Scalability**: Horizontal pod autoscaling based on real-time demand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Methodology — Part 2
Key argument: **Scalability**: Horizontal pod autoscaling based on real-time demand
Transition: Next slide covers What the data shows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Results — Part 1
Key argument: Encryption at rest: AES-256 for all volumes and snapshots
Transition: Next slide covers What results mean for the field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Discussion — Part 1
Key argument: What results mean for the field
Transition: Next slide covers Summary and contact information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This document describes the production Kubernetes cluster architecture for our 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icroservices platform. The cluster runs on a hybrid cloud infrastructure spanning AWS and GCP, providing high availab...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This document describes the production Kubernetes cluster architecture for our 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icroservices platform. The cluster runs on a hybrid cloud infrastructure spanning AWS and GCP, providing high availab...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para-000, para-001, para-002, para-003, list-000-item-0, list-000-item-1, list-000-item-2, list-000-item-3, list-000-item-4, list-001-item-0, list-001-item-1, list-001-item-2, list-001-item-3, list-002-item-0, list-002-item-1, list-002-item-2, list-002-item-3, list-003-item-0, list-003-item-1, list-003-item-2, list-003-item-3, list-004-item-0, list-004-item-1, list-004-item-2, list-004-item-3, list-004-item-4, list-005-item-0, list-005-item-1, list-005-item-2, list-005-item-3, list-006-item-0, list-006-item-1, list-006-item-2, list-007-item-0, list-007-item-1, list-007-item-2, list-007-item-3, list-007-item-4, list-008-item-0, list-008-item-1, list-008-item-2, list-009-item-0, list-009-item-1, list-009-item-2, list-009-item-3, list-010-item-0, list-010-item-1, list-010-item-2, list-010-item-3, list-011-item-0, list-011-item-1, list-011-item-2, list-011-item-3, list-012-item-0, list-012-item-1, list-012-item-2, list-013-item-0, list-013-item-1, list-013-item-2, list-014-item-0, list-014-item-1, list-014-item-2, list-014-item-3, list-015-item-0, list-015-item-1, list-015-item-2, list-016-item-0, list-016-item-1, list-016-item-2, list-016-item-3, list-016-item-4, list-017-item-0, list-017-item-1, list-017-item-2, list-018-item-0, list-018-item-1, list-018-item-2, list-019-item-0, list-019-item-1, list-019-item-2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This document describes the production Kubernetes cluster architecture for our 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para-000, para-001, para-002, para-003, list-000-item-0, list-000-item-1, list-000-item-2, list-000-item-3, list-000-item-4, list-001-item-0, list-001-item-1, list-001-item-2, list-001-item-3, list-002-item-0, list-002-item-1, list-002-item-2, list-002-item-3, list-003-item-0, list-003-item-1, list-003-item-2, list-003-item-3, list-004-item-0, list-004-item-1, list-004-item-2, list-004-item-3, list-004-item-4, list-005-item-0, list-005-item-1, list-005-item-2, list-005-item-3, list-006-item-0, list-006-item-1, list-006-item-2, list-007-item-0, list-007-item-1, list-007-item-2, list-007-item-3, list-007-item-4, list-008-item-0, list-008-item-1, list-008-item-2, list-009-item-0, list-009-item-1, list-009-item-2, list-009-item-3, list-010-item-0, list-010-item-1, list-010-item-2, list-010-item-3, list-011-item-0, list-011-item-1, list-011-item-2, list-011-item-3, list-012-item-0, list-012-item-1, list-012-item-2, list-013-item-0, list-013-item-1, list-013-item-2, list-014-item-0, list-014-item-1, list-014-item-2, list-014-item-3, list-015-item-0, list-015-item-1, list-015-item-2, list-016-item-0, list-016-item-1, list-016-item-2, list-016-item-3, list-016-item-4, list-017-item-0, list-017-item-1, list-017-item-2, list-018-item-0, list-018-item-1, list-018-item-2, list-019-item-0, list-019-item-1, list-019-item-2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**Key metrics tracked:**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para-000, para-001, para-002, para-003, list-000-item-0, list-000-item-1, list-000-item-2, list-000-item-3, list-000-item-4, list-001-item-0, list-001-item-1, list-001-item-2, list-001-item-3, list-002-item-0, list-002-item-1, list-002-item-2, list-002-item-3, list-003-item-0, list-003-item-1, list-003-item-2, list-003-item-3, list-004-item-0, list-004-item-1, list-004-item-2, list-004-item-3, list-004-item-4, list-005-item-0, list-005-item-1, list-005-item-2, list-005-item-3, list-006-item-0, list-006-item-1, list-006-item-2, list-007-item-0, list-007-item-1, list-007-item-2, list-007-item-3, list-007-item-4, list-008-item-0, list-008-item-1, list-008-item-2, list-009-item-0, list-009-item-1, list-009-item-2, list-009-item-3, list-010-item-0, list-010-item-1, list-010-item-2, list-010-item-3, list-011-item-0, list-011-item-1, list-011-item-2, list-011-item-3, list-012-item-0, list-012-item-1, list-012-item-2, list-013-item-0, list-013-item-1, list-013-item-2, list-014-item-0, list-014-item-1, list-014-item-2, list-014-item-3, list-015-item-0, list-015-item-1, list-015-item-2, list-016-item-0, list-016-item-1, list-016-item-2, list-016-item-3, list-016-item-4, list-017-item-0, list-017-item-1, list-017-item-2, list-018-item-0, list-018-item-1, list-018-item-2, list-019-item-0, list-019-item-1, list-019-item-2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list-011-item-0, list-011-item-1, list-011-item-2, list-011-item-3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Encryption at rest: AES-256 for all volumes and snapshots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Encryption in transit: TLS 1.3 everywhere, mTLS within cluster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Database encryption: AWS RDS encryption + application-level field encryption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Backup encryption: Vault-managed keys for all backup data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list-011-item-0, list-011-item-1, list-011-item-2, list-011-item-3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</a:rPr>
              <a:t>Discussion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results mean for the field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6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Summary and contact information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2026-07-15T04:34:17Z</dcterms:created>
  <dcterms:modified xsi:type="dcterms:W3CDTF">2026-07-15T04:34:17Z</dcterms:modified>
</cp:coreProperties>
</file>